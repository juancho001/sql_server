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159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50E6-6945-4FE9-A856-3A58AD67B7A1}" type="datetimeFigureOut">
              <a:rPr lang="es-VE" smtClean="0"/>
              <a:pPr/>
              <a:t>14/11/2012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016D-64DD-4FD3-A3AA-292DF937E2A5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50E6-6945-4FE9-A856-3A58AD67B7A1}" type="datetimeFigureOut">
              <a:rPr lang="es-VE" smtClean="0"/>
              <a:pPr/>
              <a:t>14/11/2012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016D-64DD-4FD3-A3AA-292DF937E2A5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50E6-6945-4FE9-A856-3A58AD67B7A1}" type="datetimeFigureOut">
              <a:rPr lang="es-VE" smtClean="0"/>
              <a:pPr/>
              <a:t>14/11/2012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016D-64DD-4FD3-A3AA-292DF937E2A5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50E6-6945-4FE9-A856-3A58AD67B7A1}" type="datetimeFigureOut">
              <a:rPr lang="es-VE" smtClean="0"/>
              <a:pPr/>
              <a:t>14/11/2012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016D-64DD-4FD3-A3AA-292DF937E2A5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50E6-6945-4FE9-A856-3A58AD67B7A1}" type="datetimeFigureOut">
              <a:rPr lang="es-VE" smtClean="0"/>
              <a:pPr/>
              <a:t>14/11/2012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016D-64DD-4FD3-A3AA-292DF937E2A5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50E6-6945-4FE9-A856-3A58AD67B7A1}" type="datetimeFigureOut">
              <a:rPr lang="es-VE" smtClean="0"/>
              <a:pPr/>
              <a:t>14/11/2012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016D-64DD-4FD3-A3AA-292DF937E2A5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50E6-6945-4FE9-A856-3A58AD67B7A1}" type="datetimeFigureOut">
              <a:rPr lang="es-VE" smtClean="0"/>
              <a:pPr/>
              <a:t>14/11/2012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016D-64DD-4FD3-A3AA-292DF937E2A5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50E6-6945-4FE9-A856-3A58AD67B7A1}" type="datetimeFigureOut">
              <a:rPr lang="es-VE" smtClean="0"/>
              <a:pPr/>
              <a:t>14/11/2012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016D-64DD-4FD3-A3AA-292DF937E2A5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50E6-6945-4FE9-A856-3A58AD67B7A1}" type="datetimeFigureOut">
              <a:rPr lang="es-VE" smtClean="0"/>
              <a:pPr/>
              <a:t>14/11/2012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016D-64DD-4FD3-A3AA-292DF937E2A5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50E6-6945-4FE9-A856-3A58AD67B7A1}" type="datetimeFigureOut">
              <a:rPr lang="es-VE" smtClean="0"/>
              <a:pPr/>
              <a:t>14/11/2012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016D-64DD-4FD3-A3AA-292DF937E2A5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50E6-6945-4FE9-A856-3A58AD67B7A1}" type="datetimeFigureOut">
              <a:rPr lang="es-VE" smtClean="0"/>
              <a:pPr/>
              <a:t>14/11/2012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016D-64DD-4FD3-A3AA-292DF937E2A5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150E6-6945-4FE9-A856-3A58AD67B7A1}" type="datetimeFigureOut">
              <a:rPr lang="es-VE" smtClean="0"/>
              <a:pPr/>
              <a:t>14/11/2012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4016D-64DD-4FD3-A3AA-292DF937E2A5}" type="slidenum">
              <a:rPr lang="es-VE" smtClean="0"/>
              <a:pPr/>
              <a:t>‹Nº›</a:t>
            </a:fld>
            <a:endParaRPr lang="es-V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500034" y="357166"/>
          <a:ext cx="1928826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413"/>
                <a:gridCol w="964413"/>
              </a:tblGrid>
              <a:tr h="182752">
                <a:tc gridSpan="2">
                  <a:txBody>
                    <a:bodyPr/>
                    <a:lstStyle/>
                    <a:p>
                      <a:pPr algn="ctr"/>
                      <a:r>
                        <a:rPr lang="es-VE" sz="800" dirty="0" smtClean="0"/>
                        <a:t>Persona OK</a:t>
                      </a:r>
                      <a:endParaRPr lang="es-VE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VE" dirty="0"/>
                    </a:p>
                  </a:txBody>
                  <a:tcPr/>
                </a:tc>
              </a:tr>
              <a:tr h="188002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Id_persona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pk</a:t>
                      </a:r>
                      <a:endParaRPr lang="es-VE" sz="800" dirty="0"/>
                    </a:p>
                  </a:txBody>
                  <a:tcPr/>
                </a:tc>
              </a:tr>
              <a:tr h="188002">
                <a:tc>
                  <a:txBody>
                    <a:bodyPr/>
                    <a:lstStyle/>
                    <a:p>
                      <a:r>
                        <a:rPr lang="es-VE" sz="800" dirty="0" smtClean="0"/>
                        <a:t>cedula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(15)</a:t>
                      </a:r>
                      <a:endParaRPr lang="es-VE" sz="800" dirty="0"/>
                    </a:p>
                  </a:txBody>
                  <a:tcPr/>
                </a:tc>
              </a:tr>
              <a:tr h="287181">
                <a:tc>
                  <a:txBody>
                    <a:bodyPr/>
                    <a:lstStyle/>
                    <a:p>
                      <a:r>
                        <a:rPr lang="es-VE" sz="800" dirty="0" smtClean="0"/>
                        <a:t>nombre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(15)</a:t>
                      </a:r>
                    </a:p>
                    <a:p>
                      <a:endParaRPr lang="es-VE" sz="800" dirty="0"/>
                    </a:p>
                  </a:txBody>
                  <a:tcPr/>
                </a:tc>
              </a:tr>
              <a:tr h="188002">
                <a:tc>
                  <a:txBody>
                    <a:bodyPr/>
                    <a:lstStyle/>
                    <a:p>
                      <a:r>
                        <a:rPr lang="es-VE" sz="800" dirty="0" smtClean="0"/>
                        <a:t>apellido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(15)</a:t>
                      </a:r>
                      <a:endParaRPr lang="es-VE" sz="800" dirty="0"/>
                    </a:p>
                  </a:txBody>
                  <a:tcPr/>
                </a:tc>
              </a:tr>
              <a:tr h="188002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Fecha_Nacimiento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800" dirty="0" smtClean="0"/>
                        <a:t>Date</a:t>
                      </a:r>
                      <a:endParaRPr lang="es-VE" sz="800" dirty="0"/>
                    </a:p>
                  </a:txBody>
                  <a:tcPr/>
                </a:tc>
              </a:tr>
              <a:tr h="188002">
                <a:tc>
                  <a:txBody>
                    <a:bodyPr/>
                    <a:lstStyle/>
                    <a:p>
                      <a:r>
                        <a:rPr lang="es-VE" sz="800" dirty="0" smtClean="0"/>
                        <a:t>correo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(15)</a:t>
                      </a:r>
                      <a:endParaRPr lang="es-VE" sz="800" dirty="0"/>
                    </a:p>
                  </a:txBody>
                  <a:tcPr/>
                </a:tc>
              </a:tr>
              <a:tr h="188002">
                <a:tc>
                  <a:txBody>
                    <a:bodyPr/>
                    <a:lstStyle/>
                    <a:p>
                      <a:r>
                        <a:rPr lang="es-VE" sz="800" dirty="0" smtClean="0"/>
                        <a:t>sexo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(15)</a:t>
                      </a:r>
                      <a:endParaRPr lang="es-VE" sz="800" dirty="0"/>
                    </a:p>
                  </a:txBody>
                  <a:tcPr/>
                </a:tc>
              </a:tr>
              <a:tr h="188002">
                <a:tc>
                  <a:txBody>
                    <a:bodyPr/>
                    <a:lstStyle/>
                    <a:p>
                      <a:r>
                        <a:rPr lang="es-VE" sz="800" dirty="0" smtClean="0"/>
                        <a:t>foto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(15)</a:t>
                      </a:r>
                      <a:endParaRPr lang="es-VE" sz="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2857488" y="714357"/>
          <a:ext cx="1357322" cy="702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661"/>
                <a:gridCol w="678661"/>
              </a:tblGrid>
              <a:tr h="183648">
                <a:tc gridSpan="2">
                  <a:txBody>
                    <a:bodyPr/>
                    <a:lstStyle/>
                    <a:p>
                      <a:pPr algn="ctr"/>
                      <a:r>
                        <a:rPr lang="es-VE" sz="800" dirty="0" err="1" smtClean="0"/>
                        <a:t>Grado_academico</a:t>
                      </a:r>
                      <a:r>
                        <a:rPr lang="es-VE" sz="800" dirty="0" smtClean="0"/>
                        <a:t> OK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VE" dirty="0"/>
                    </a:p>
                  </a:txBody>
                  <a:tcPr/>
                </a:tc>
              </a:tr>
              <a:tr h="183648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id_grado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Pk</a:t>
                      </a:r>
                      <a:endParaRPr lang="es-VE" sz="800" dirty="0"/>
                    </a:p>
                  </a:txBody>
                  <a:tcPr/>
                </a:tc>
              </a:tr>
              <a:tr h="275644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Descripcion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(15)</a:t>
                      </a:r>
                      <a:endParaRPr lang="es-VE" sz="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4714876" y="428604"/>
          <a:ext cx="1833554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777"/>
                <a:gridCol w="916777"/>
              </a:tblGrid>
              <a:tr h="134700">
                <a:tc gridSpan="2">
                  <a:txBody>
                    <a:bodyPr/>
                    <a:lstStyle/>
                    <a:p>
                      <a:pPr algn="ctr"/>
                      <a:r>
                        <a:rPr lang="es-VE" sz="800" dirty="0" smtClean="0"/>
                        <a:t>Estudios</a:t>
                      </a:r>
                      <a:r>
                        <a:rPr lang="es-VE" sz="800" baseline="0" dirty="0" smtClean="0"/>
                        <a:t> </a:t>
                      </a:r>
                      <a:r>
                        <a:rPr lang="es-VE" sz="800" baseline="0" dirty="0" smtClean="0"/>
                        <a:t>Realizados OK</a:t>
                      </a:r>
                      <a:endParaRPr lang="es-VE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VE" sz="800" dirty="0"/>
                    </a:p>
                  </a:txBody>
                  <a:tcPr/>
                </a:tc>
              </a:tr>
              <a:tr h="134700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Id_estudio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Pk</a:t>
                      </a:r>
                      <a:endParaRPr lang="es-VE" sz="800" dirty="0"/>
                    </a:p>
                  </a:txBody>
                  <a:tcPr/>
                </a:tc>
              </a:tr>
              <a:tr h="134700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anio_inicio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Numeric</a:t>
                      </a:r>
                      <a:r>
                        <a:rPr lang="es-VE" sz="800" dirty="0" smtClean="0"/>
                        <a:t>(1,0)</a:t>
                      </a:r>
                      <a:endParaRPr lang="es-VE" sz="800" dirty="0"/>
                    </a:p>
                  </a:txBody>
                  <a:tcPr/>
                </a:tc>
              </a:tr>
              <a:tr h="1347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800" dirty="0" err="1" smtClean="0"/>
                        <a:t>anio_fin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800" dirty="0" err="1" smtClean="0"/>
                        <a:t>Numeric</a:t>
                      </a:r>
                      <a:r>
                        <a:rPr lang="es-VE" sz="800" dirty="0" smtClean="0"/>
                        <a:t>(1,0)</a:t>
                      </a:r>
                      <a:endParaRPr lang="es-VE" sz="800" dirty="0"/>
                    </a:p>
                  </a:txBody>
                  <a:tcPr/>
                </a:tc>
              </a:tr>
              <a:tr h="134700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Id_universidad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fk</a:t>
                      </a:r>
                      <a:endParaRPr lang="es-VE" sz="800" dirty="0"/>
                    </a:p>
                  </a:txBody>
                  <a:tcPr/>
                </a:tc>
              </a:tr>
              <a:tr h="134700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Id_titulo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fk</a:t>
                      </a:r>
                      <a:endParaRPr lang="es-VE" sz="800" dirty="0"/>
                    </a:p>
                  </a:txBody>
                  <a:tcPr/>
                </a:tc>
              </a:tr>
              <a:tr h="134700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Id_grado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fk</a:t>
                      </a:r>
                      <a:endParaRPr lang="es-VE" sz="800" dirty="0"/>
                    </a:p>
                  </a:txBody>
                  <a:tcPr/>
                </a:tc>
              </a:tr>
              <a:tr h="134700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Id_persona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fk</a:t>
                      </a:r>
                      <a:endParaRPr lang="es-VE" sz="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8 Tabla"/>
          <p:cNvGraphicFramePr>
            <a:graphicFrameLocks noGrp="1"/>
          </p:cNvGraphicFramePr>
          <p:nvPr/>
        </p:nvGraphicFramePr>
        <p:xfrm>
          <a:off x="6858016" y="785794"/>
          <a:ext cx="1643074" cy="702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537"/>
                <a:gridCol w="821537"/>
              </a:tblGrid>
              <a:tr h="183648">
                <a:tc gridSpan="2">
                  <a:txBody>
                    <a:bodyPr/>
                    <a:lstStyle/>
                    <a:p>
                      <a:pPr algn="ctr"/>
                      <a:r>
                        <a:rPr lang="es-VE" sz="800" smtClean="0"/>
                        <a:t>Universidad OK</a:t>
                      </a:r>
                      <a:endParaRPr lang="es-VE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VE" dirty="0"/>
                    </a:p>
                  </a:txBody>
                  <a:tcPr/>
                </a:tc>
              </a:tr>
              <a:tr h="183648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Id_universidad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Pk</a:t>
                      </a:r>
                      <a:endParaRPr lang="es-VE" sz="800" dirty="0"/>
                    </a:p>
                  </a:txBody>
                  <a:tcPr/>
                </a:tc>
              </a:tr>
              <a:tr h="275644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Descripcion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(15)</a:t>
                      </a:r>
                      <a:endParaRPr lang="es-VE" sz="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9 Tabla"/>
          <p:cNvGraphicFramePr>
            <a:graphicFrameLocks noGrp="1"/>
          </p:cNvGraphicFramePr>
          <p:nvPr/>
        </p:nvGraphicFramePr>
        <p:xfrm>
          <a:off x="3071802" y="2428868"/>
          <a:ext cx="1833554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777"/>
                <a:gridCol w="916777"/>
              </a:tblGrid>
              <a:tr h="134700">
                <a:tc gridSpan="2">
                  <a:txBody>
                    <a:bodyPr/>
                    <a:lstStyle/>
                    <a:p>
                      <a:pPr algn="ctr"/>
                      <a:r>
                        <a:rPr lang="es-VE" sz="800" dirty="0" err="1" smtClean="0"/>
                        <a:t>Datos_preinscripcion</a:t>
                      </a:r>
                      <a:r>
                        <a:rPr lang="es-VE" sz="800" dirty="0" smtClean="0"/>
                        <a:t> OK</a:t>
                      </a:r>
                      <a:endParaRPr lang="es-VE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VE" sz="800" dirty="0"/>
                    </a:p>
                  </a:txBody>
                  <a:tcPr/>
                </a:tc>
              </a:tr>
              <a:tr h="134700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Id_persona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Pk</a:t>
                      </a:r>
                      <a:r>
                        <a:rPr lang="es-VE" sz="800" dirty="0" smtClean="0"/>
                        <a:t>- </a:t>
                      </a:r>
                      <a:r>
                        <a:rPr lang="es-VE" sz="800" dirty="0" err="1" smtClean="0"/>
                        <a:t>fp</a:t>
                      </a:r>
                      <a:endParaRPr lang="es-VE" sz="800" dirty="0"/>
                    </a:p>
                  </a:txBody>
                  <a:tcPr/>
                </a:tc>
              </a:tr>
              <a:tr h="134700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Direccion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(100)</a:t>
                      </a:r>
                      <a:endParaRPr lang="es-VE" sz="800" dirty="0"/>
                    </a:p>
                  </a:txBody>
                  <a:tcPr/>
                </a:tc>
              </a:tr>
              <a:tr h="1347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800" dirty="0" smtClean="0"/>
                        <a:t>Promedio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800" dirty="0" err="1" smtClean="0"/>
                        <a:t>Numeric</a:t>
                      </a:r>
                      <a:r>
                        <a:rPr lang="es-VE" sz="800" dirty="0" smtClean="0"/>
                        <a:t>(1,0)</a:t>
                      </a:r>
                      <a:endParaRPr lang="es-VE" sz="800" dirty="0"/>
                    </a:p>
                  </a:txBody>
                  <a:tcPr/>
                </a:tc>
              </a:tr>
              <a:tr h="134700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Id_pais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fk</a:t>
                      </a:r>
                      <a:endParaRPr lang="es-VE" sz="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5357818" y="2714620"/>
          <a:ext cx="1357322" cy="702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661"/>
                <a:gridCol w="678661"/>
              </a:tblGrid>
              <a:tr h="183648">
                <a:tc gridSpan="2">
                  <a:txBody>
                    <a:bodyPr/>
                    <a:lstStyle/>
                    <a:p>
                      <a:pPr algn="ctr"/>
                      <a:r>
                        <a:rPr lang="es-VE" sz="800" dirty="0" err="1" smtClean="0"/>
                        <a:t>Pais</a:t>
                      </a:r>
                      <a:r>
                        <a:rPr lang="es-VE" sz="800" dirty="0" smtClean="0"/>
                        <a:t> OK</a:t>
                      </a:r>
                      <a:endParaRPr lang="es-VE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VE" dirty="0"/>
                    </a:p>
                  </a:txBody>
                  <a:tcPr/>
                </a:tc>
              </a:tr>
              <a:tr h="183648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id_pais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Pk</a:t>
                      </a:r>
                      <a:endParaRPr lang="es-VE" sz="800" dirty="0"/>
                    </a:p>
                  </a:txBody>
                  <a:tcPr/>
                </a:tc>
              </a:tr>
              <a:tr h="275644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Descripcion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(15)</a:t>
                      </a:r>
                      <a:endParaRPr lang="es-VE" sz="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11 Tabla"/>
          <p:cNvGraphicFramePr>
            <a:graphicFrameLocks noGrp="1"/>
          </p:cNvGraphicFramePr>
          <p:nvPr/>
        </p:nvGraphicFramePr>
        <p:xfrm>
          <a:off x="642910" y="4214818"/>
          <a:ext cx="1500198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099"/>
                <a:gridCol w="750099"/>
              </a:tblGrid>
              <a:tr h="196455">
                <a:tc gridSpan="2">
                  <a:txBody>
                    <a:bodyPr/>
                    <a:lstStyle/>
                    <a:p>
                      <a:pPr algn="ctr"/>
                      <a:r>
                        <a:rPr lang="es-VE" sz="800" dirty="0" smtClean="0"/>
                        <a:t>programa</a:t>
                      </a:r>
                      <a:endParaRPr lang="es-VE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VE" dirty="0"/>
                    </a:p>
                  </a:txBody>
                  <a:tcPr/>
                </a:tc>
              </a:tr>
              <a:tr h="196455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id_programa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Pk</a:t>
                      </a:r>
                      <a:endParaRPr lang="es-VE" sz="800" dirty="0"/>
                    </a:p>
                  </a:txBody>
                  <a:tcPr/>
                </a:tc>
              </a:tr>
              <a:tr h="196455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Descripcion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(15)</a:t>
                      </a:r>
                      <a:endParaRPr lang="es-VE" sz="800" dirty="0"/>
                    </a:p>
                  </a:txBody>
                  <a:tcPr/>
                </a:tc>
              </a:tr>
              <a:tr h="196455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Id_nivel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fk</a:t>
                      </a:r>
                      <a:endParaRPr lang="es-VE" sz="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12 Tabla"/>
          <p:cNvGraphicFramePr>
            <a:graphicFrameLocks noGrp="1"/>
          </p:cNvGraphicFramePr>
          <p:nvPr/>
        </p:nvGraphicFramePr>
        <p:xfrm>
          <a:off x="2500298" y="4214818"/>
          <a:ext cx="1357322" cy="702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661"/>
                <a:gridCol w="678661"/>
              </a:tblGrid>
              <a:tr h="183648">
                <a:tc gridSpan="2">
                  <a:txBody>
                    <a:bodyPr/>
                    <a:lstStyle/>
                    <a:p>
                      <a:pPr algn="ctr"/>
                      <a:r>
                        <a:rPr lang="es-VE" sz="800" dirty="0" smtClean="0"/>
                        <a:t>nivel</a:t>
                      </a:r>
                      <a:endParaRPr lang="es-VE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VE" dirty="0"/>
                    </a:p>
                  </a:txBody>
                  <a:tcPr/>
                </a:tc>
              </a:tr>
              <a:tr h="183648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id_nivel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Pk</a:t>
                      </a:r>
                      <a:endParaRPr lang="es-VE" sz="800" dirty="0"/>
                    </a:p>
                  </a:txBody>
                  <a:tcPr/>
                </a:tc>
              </a:tr>
              <a:tr h="275644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Descripcion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(35)</a:t>
                      </a:r>
                      <a:endParaRPr lang="es-VE" sz="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13 Tabla"/>
          <p:cNvGraphicFramePr>
            <a:graphicFrameLocks noGrp="1"/>
          </p:cNvGraphicFramePr>
          <p:nvPr/>
        </p:nvGraphicFramePr>
        <p:xfrm>
          <a:off x="4429124" y="3816686"/>
          <a:ext cx="192882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413"/>
                <a:gridCol w="964413"/>
              </a:tblGrid>
              <a:tr h="202988">
                <a:tc gridSpan="2">
                  <a:txBody>
                    <a:bodyPr/>
                    <a:lstStyle/>
                    <a:p>
                      <a:pPr algn="ctr"/>
                      <a:r>
                        <a:rPr lang="es-VE" sz="800" dirty="0" err="1" smtClean="0"/>
                        <a:t>Preinscripcion_Persona</a:t>
                      </a:r>
                      <a:r>
                        <a:rPr lang="es-VE" sz="800" dirty="0" smtClean="0"/>
                        <a:t> </a:t>
                      </a:r>
                      <a:endParaRPr lang="es-VE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VE" dirty="0"/>
                    </a:p>
                  </a:txBody>
                  <a:tcPr/>
                </a:tc>
              </a:tr>
              <a:tr h="202988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Id_preinscripcion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pk</a:t>
                      </a:r>
                      <a:endParaRPr lang="es-VE" sz="800" dirty="0"/>
                    </a:p>
                  </a:txBody>
                  <a:tcPr/>
                </a:tc>
              </a:tr>
              <a:tr h="202988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Id_persona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fk</a:t>
                      </a:r>
                      <a:endParaRPr lang="es-VE" sz="800" dirty="0"/>
                    </a:p>
                  </a:txBody>
                  <a:tcPr/>
                </a:tc>
              </a:tr>
              <a:tr h="202988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Id_programa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fk</a:t>
                      </a:r>
                      <a:endParaRPr lang="es-VE" sz="800" dirty="0"/>
                    </a:p>
                  </a:txBody>
                  <a:tcPr/>
                </a:tc>
              </a:tr>
              <a:tr h="202988">
                <a:tc>
                  <a:txBody>
                    <a:bodyPr/>
                    <a:lstStyle/>
                    <a:p>
                      <a:r>
                        <a:rPr lang="es-VE" sz="800" dirty="0" smtClean="0"/>
                        <a:t>fecha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800" dirty="0" smtClean="0"/>
                        <a:t>date</a:t>
                      </a:r>
                      <a:endParaRPr lang="es-VE" sz="800" dirty="0"/>
                    </a:p>
                  </a:txBody>
                  <a:tcPr/>
                </a:tc>
              </a:tr>
              <a:tr h="202988">
                <a:tc>
                  <a:txBody>
                    <a:bodyPr/>
                    <a:lstStyle/>
                    <a:p>
                      <a:r>
                        <a:rPr lang="es-VE" sz="800" dirty="0" smtClean="0"/>
                        <a:t>estatus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(15)</a:t>
                      </a:r>
                      <a:endParaRPr lang="es-VE" sz="800" dirty="0"/>
                    </a:p>
                  </a:txBody>
                  <a:tcPr/>
                </a:tc>
              </a:tr>
              <a:tr h="202988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Fecha_decision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800" dirty="0" smtClean="0"/>
                        <a:t>Date</a:t>
                      </a:r>
                      <a:endParaRPr lang="es-VE" sz="800" dirty="0"/>
                    </a:p>
                  </a:txBody>
                  <a:tcPr/>
                </a:tc>
              </a:tr>
              <a:tr h="202988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Num_sesion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(15)</a:t>
                      </a:r>
                      <a:endParaRPr lang="es-VE" sz="800" dirty="0"/>
                    </a:p>
                  </a:txBody>
                  <a:tcPr/>
                </a:tc>
              </a:tr>
              <a:tr h="202988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Fecha_documento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800" dirty="0" smtClean="0"/>
                        <a:t>date</a:t>
                      </a:r>
                      <a:endParaRPr lang="es-VE" sz="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14 Tabla"/>
          <p:cNvGraphicFramePr>
            <a:graphicFrameLocks noGrp="1"/>
          </p:cNvGraphicFramePr>
          <p:nvPr/>
        </p:nvGraphicFramePr>
        <p:xfrm>
          <a:off x="6500826" y="3929066"/>
          <a:ext cx="1643074" cy="978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537"/>
                <a:gridCol w="821537"/>
              </a:tblGrid>
              <a:tr h="183648">
                <a:tc gridSpan="2">
                  <a:txBody>
                    <a:bodyPr/>
                    <a:lstStyle/>
                    <a:p>
                      <a:pPr algn="ctr"/>
                      <a:r>
                        <a:rPr lang="es-VE" sz="800" dirty="0" smtClean="0"/>
                        <a:t>Auditoria</a:t>
                      </a:r>
                      <a:endParaRPr lang="es-VE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VE" dirty="0"/>
                    </a:p>
                  </a:txBody>
                  <a:tcPr/>
                </a:tc>
              </a:tr>
              <a:tr h="183648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Id_auditoria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Pk</a:t>
                      </a:r>
                      <a:endParaRPr lang="es-VE" sz="800" dirty="0"/>
                    </a:p>
                  </a:txBody>
                  <a:tcPr/>
                </a:tc>
              </a:tr>
              <a:tr h="275644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Id_persona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(15)</a:t>
                      </a:r>
                      <a:endParaRPr lang="es-VE" sz="800" dirty="0"/>
                    </a:p>
                  </a:txBody>
                  <a:tcPr/>
                </a:tc>
              </a:tr>
              <a:tr h="275644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Id_operacion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text</a:t>
                      </a:r>
                      <a:endParaRPr lang="es-VE" sz="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" name="15 Tabla"/>
          <p:cNvGraphicFramePr>
            <a:graphicFrameLocks noGrp="1"/>
          </p:cNvGraphicFramePr>
          <p:nvPr/>
        </p:nvGraphicFramePr>
        <p:xfrm>
          <a:off x="7215206" y="2857496"/>
          <a:ext cx="1500198" cy="702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099"/>
                <a:gridCol w="750099"/>
              </a:tblGrid>
              <a:tr h="183648">
                <a:tc gridSpan="2">
                  <a:txBody>
                    <a:bodyPr/>
                    <a:lstStyle/>
                    <a:p>
                      <a:pPr algn="ctr"/>
                      <a:r>
                        <a:rPr lang="es-VE" sz="800" dirty="0" err="1" smtClean="0"/>
                        <a:t>operacion</a:t>
                      </a:r>
                      <a:endParaRPr lang="es-VE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VE" dirty="0"/>
                    </a:p>
                  </a:txBody>
                  <a:tcPr/>
                </a:tc>
              </a:tr>
              <a:tr h="183648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id_operacion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Pk</a:t>
                      </a:r>
                      <a:endParaRPr lang="es-VE" sz="800" dirty="0"/>
                    </a:p>
                  </a:txBody>
                  <a:tcPr/>
                </a:tc>
              </a:tr>
              <a:tr h="275644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Descripcion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(15)</a:t>
                      </a:r>
                      <a:endParaRPr lang="es-VE" sz="8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6" name="25 Conector angular"/>
          <p:cNvCxnSpPr/>
          <p:nvPr/>
        </p:nvCxnSpPr>
        <p:spPr>
          <a:xfrm>
            <a:off x="2428860" y="2071678"/>
            <a:ext cx="642942" cy="57150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angular"/>
          <p:cNvCxnSpPr/>
          <p:nvPr/>
        </p:nvCxnSpPr>
        <p:spPr>
          <a:xfrm>
            <a:off x="4214810" y="1285860"/>
            <a:ext cx="500066" cy="35719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angular"/>
          <p:cNvCxnSpPr/>
          <p:nvPr/>
        </p:nvCxnSpPr>
        <p:spPr>
          <a:xfrm rot="10800000">
            <a:off x="6572264" y="1214422"/>
            <a:ext cx="285752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angular"/>
          <p:cNvCxnSpPr/>
          <p:nvPr/>
        </p:nvCxnSpPr>
        <p:spPr>
          <a:xfrm rot="10800000">
            <a:off x="4929190" y="2857496"/>
            <a:ext cx="428628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angular"/>
          <p:cNvCxnSpPr/>
          <p:nvPr/>
        </p:nvCxnSpPr>
        <p:spPr>
          <a:xfrm rot="5400000">
            <a:off x="7178693" y="3750471"/>
            <a:ext cx="357984" cy="79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angular"/>
          <p:cNvCxnSpPr/>
          <p:nvPr/>
        </p:nvCxnSpPr>
        <p:spPr>
          <a:xfrm rot="10800000">
            <a:off x="2143110" y="4500570"/>
            <a:ext cx="357189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angular"/>
          <p:cNvCxnSpPr/>
          <p:nvPr/>
        </p:nvCxnSpPr>
        <p:spPr>
          <a:xfrm>
            <a:off x="2071670" y="2428868"/>
            <a:ext cx="2357454" cy="1714512"/>
          </a:xfrm>
          <a:prstGeom prst="bentConnector3">
            <a:avLst>
              <a:gd name="adj1" fmla="val 717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angular"/>
          <p:cNvCxnSpPr/>
          <p:nvPr/>
        </p:nvCxnSpPr>
        <p:spPr>
          <a:xfrm>
            <a:off x="2143108" y="5000636"/>
            <a:ext cx="2286016" cy="35719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55 Tabla"/>
          <p:cNvGraphicFramePr>
            <a:graphicFrameLocks noGrp="1"/>
          </p:cNvGraphicFramePr>
          <p:nvPr/>
        </p:nvGraphicFramePr>
        <p:xfrm>
          <a:off x="6929454" y="1785926"/>
          <a:ext cx="1357322" cy="702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661"/>
                <a:gridCol w="678661"/>
              </a:tblGrid>
              <a:tr h="183648">
                <a:tc gridSpan="2">
                  <a:txBody>
                    <a:bodyPr/>
                    <a:lstStyle/>
                    <a:p>
                      <a:pPr algn="ctr"/>
                      <a:r>
                        <a:rPr lang="es-VE" sz="800" dirty="0" smtClean="0"/>
                        <a:t>titulo</a:t>
                      </a:r>
                      <a:endParaRPr lang="es-VE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VE" dirty="0"/>
                    </a:p>
                  </a:txBody>
                  <a:tcPr/>
                </a:tc>
              </a:tr>
              <a:tr h="183648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id_titulo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Pk</a:t>
                      </a:r>
                      <a:endParaRPr lang="es-VE" sz="800" dirty="0"/>
                    </a:p>
                  </a:txBody>
                  <a:tcPr/>
                </a:tc>
              </a:tr>
              <a:tr h="275644"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Descripcion</a:t>
                      </a:r>
                      <a:endParaRPr lang="es-V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800" dirty="0" err="1" smtClean="0"/>
                        <a:t>Varchar</a:t>
                      </a:r>
                      <a:r>
                        <a:rPr lang="es-VE" sz="800" dirty="0" smtClean="0"/>
                        <a:t>(15)</a:t>
                      </a:r>
                      <a:endParaRPr lang="es-VE" sz="8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8" name="57 Conector angular"/>
          <p:cNvCxnSpPr/>
          <p:nvPr/>
        </p:nvCxnSpPr>
        <p:spPr>
          <a:xfrm rot="10800000">
            <a:off x="6572264" y="1928802"/>
            <a:ext cx="357190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60 Conector angular"/>
          <p:cNvCxnSpPr/>
          <p:nvPr/>
        </p:nvCxnSpPr>
        <p:spPr>
          <a:xfrm>
            <a:off x="2428860" y="1714488"/>
            <a:ext cx="2286016" cy="14287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130</Words>
  <Application>Microsoft Office PowerPoint</Application>
  <PresentationFormat>Presentación en pantalla (4:3)</PresentationFormat>
  <Paragraphs>102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Diapositiva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licom</dc:creator>
  <cp:lastModifiedBy>Juan C. Avila</cp:lastModifiedBy>
  <cp:revision>5</cp:revision>
  <dcterms:created xsi:type="dcterms:W3CDTF">2012-11-10T14:07:13Z</dcterms:created>
  <dcterms:modified xsi:type="dcterms:W3CDTF">2012-11-14T10:37:33Z</dcterms:modified>
</cp:coreProperties>
</file>